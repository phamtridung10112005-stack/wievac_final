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3108960" cy="329184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PHẦN THUYẾT TRÌNH: ĐỊNH VỊ INDOOR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Định Vị Trong Nhà Bằng Sóng Bluetooth (BLE iBeacon)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Kiến trúc Client-Centric: Node hành lang phát sóng một chiều – Điện thoại tự tính toán Offline 100%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83280" cy="3657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801368"/>
            <a:ext cx="30540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rPr dirty="0"/>
              <a:t>📡  1. </a:t>
            </a:r>
            <a:r>
              <a:rPr dirty="0" err="1"/>
              <a:t>Sóng</a:t>
            </a:r>
            <a:r>
              <a:rPr dirty="0"/>
              <a:t> Hải </a:t>
            </a:r>
            <a:r>
              <a:rPr dirty="0" err="1"/>
              <a:t>Đăng</a:t>
            </a:r>
            <a:r>
              <a:rPr dirty="0"/>
              <a:t>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3108960" cy="163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rPr dirty="0"/>
              <a:t> Node ESP32 </a:t>
            </a:r>
            <a:r>
              <a:rPr dirty="0" err="1"/>
              <a:t>gắn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trần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lang </a:t>
            </a:r>
            <a:r>
              <a:rPr dirty="0" err="1"/>
              <a:t>phát</a:t>
            </a:r>
            <a:r>
              <a:rPr dirty="0"/>
              <a:t> beacon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kỳ</a:t>
            </a:r>
            <a:r>
              <a:rPr dirty="0"/>
              <a:t> 100ms.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Điện</a:t>
            </a:r>
            <a:r>
              <a:rPr dirty="0"/>
              <a:t> </a:t>
            </a:r>
            <a:r>
              <a:rPr dirty="0" err="1"/>
              <a:t>thoại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lắng</a:t>
            </a:r>
            <a:r>
              <a:rPr dirty="0"/>
              <a:t> </a:t>
            </a:r>
            <a:r>
              <a:rPr dirty="0" err="1"/>
              <a:t>nghe</a:t>
            </a:r>
            <a:r>
              <a:rPr dirty="0"/>
              <a:t> </a:t>
            </a:r>
            <a:r>
              <a:rPr dirty="0" err="1"/>
              <a:t>thụ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,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vị</a:t>
            </a:r>
            <a:r>
              <a:rPr dirty="0"/>
              <a:t> </a:t>
            </a:r>
            <a:r>
              <a:rPr dirty="0" err="1"/>
              <a:t>trí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RSSI.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Chịu</a:t>
            </a:r>
            <a:r>
              <a:rPr dirty="0"/>
              <a:t> </a:t>
            </a:r>
            <a:r>
              <a:rPr dirty="0" err="1"/>
              <a:t>tải</a:t>
            </a:r>
            <a:r>
              <a:rPr dirty="0"/>
              <a:t> </a:t>
            </a:r>
            <a:r>
              <a:rPr dirty="0" err="1"/>
              <a:t>vô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: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nghìn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 </a:t>
            </a:r>
            <a:r>
              <a:rPr dirty="0" err="1"/>
              <a:t>tán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sập</a:t>
            </a:r>
            <a:r>
              <a:rPr dirty="0"/>
              <a:t> </a:t>
            </a:r>
            <a:r>
              <a:rPr dirty="0" err="1"/>
              <a:t>mạng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383280" cy="3657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801368"/>
            <a:ext cx="30540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🏢  2. Nhận Diện Tầng &amp; Khu Vực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3108960" cy="163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rPr dirty="0"/>
              <a:t> Major ID =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Tầng</a:t>
            </a:r>
            <a:r>
              <a:rPr dirty="0"/>
              <a:t> (Major 1 = </a:t>
            </a:r>
            <a:r>
              <a:rPr dirty="0" err="1"/>
              <a:t>Tầng</a:t>
            </a:r>
            <a:r>
              <a:rPr dirty="0"/>
              <a:t> 1, Major 2 = </a:t>
            </a:r>
            <a:r>
              <a:rPr dirty="0" err="1"/>
              <a:t>Tầng</a:t>
            </a:r>
            <a:r>
              <a:rPr dirty="0"/>
              <a:t> 2).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rPr dirty="0"/>
              <a:t> Minor ID =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Vùng</a:t>
            </a:r>
            <a:r>
              <a:rPr dirty="0"/>
              <a:t> (</a:t>
            </a:r>
            <a:r>
              <a:rPr dirty="0" err="1"/>
              <a:t>Cửa</a:t>
            </a:r>
            <a:r>
              <a:rPr dirty="0"/>
              <a:t> </a:t>
            </a:r>
            <a:r>
              <a:rPr dirty="0" err="1"/>
              <a:t>phòng</a:t>
            </a:r>
            <a:r>
              <a:rPr dirty="0"/>
              <a:t>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việc</a:t>
            </a:r>
            <a:r>
              <a:rPr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ngã</a:t>
            </a:r>
            <a:r>
              <a:rPr dirty="0"/>
              <a:t> </a:t>
            </a:r>
            <a:r>
              <a:rPr dirty="0" err="1"/>
              <a:t>rẽ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lang).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rPr dirty="0"/>
              <a:t> 100% Offline: </a:t>
            </a:r>
            <a:r>
              <a:rPr dirty="0" err="1"/>
              <a:t>Mất</a:t>
            </a:r>
            <a:r>
              <a:rPr dirty="0"/>
              <a:t> Wi-Fi </a:t>
            </a:r>
            <a:r>
              <a:rPr dirty="0" err="1"/>
              <a:t>tòa</a:t>
            </a:r>
            <a:r>
              <a:rPr dirty="0"/>
              <a:t> </a:t>
            </a:r>
            <a:r>
              <a:rPr dirty="0" err="1"/>
              <a:t>nhà</a:t>
            </a:r>
            <a:r>
              <a:rPr dirty="0"/>
              <a:t> hay </a:t>
            </a:r>
            <a:r>
              <a:rPr dirty="0" err="1"/>
              <a:t>mất</a:t>
            </a:r>
            <a:r>
              <a:rPr dirty="0"/>
              <a:t> 4G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bình</a:t>
            </a:r>
            <a:r>
              <a:rPr dirty="0"/>
              <a:t> </a:t>
            </a:r>
            <a:r>
              <a:rPr dirty="0" err="1"/>
              <a:t>thường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3383280" cy="3657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2" y="1801368"/>
            <a:ext cx="30540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🔄  3. Bắt Node Gần Nhất &amp; Chuyển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194560"/>
            <a:ext cx="3108960" cy="163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rPr dirty="0"/>
              <a:t> Định </a:t>
            </a:r>
            <a:r>
              <a:rPr dirty="0" err="1"/>
              <a:t>vị</a:t>
            </a:r>
            <a:r>
              <a:rPr dirty="0"/>
              <a:t> Proximity Snap: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bắt</a:t>
            </a:r>
            <a:r>
              <a:rPr dirty="0"/>
              <a:t> node ESP32 </a:t>
            </a:r>
            <a:r>
              <a:rPr dirty="0" err="1"/>
              <a:t>có</a:t>
            </a:r>
            <a:r>
              <a:rPr dirty="0"/>
              <a:t> RSSI </a:t>
            </a:r>
            <a:r>
              <a:rPr dirty="0" err="1"/>
              <a:t>mạnh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gần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Chuyển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(Handover): Khi di </a:t>
            </a:r>
            <a:r>
              <a:rPr dirty="0" err="1"/>
              <a:t>chuyển</a:t>
            </a:r>
            <a:r>
              <a:rPr dirty="0"/>
              <a:t>, 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bắt</a:t>
            </a:r>
            <a:r>
              <a:rPr dirty="0"/>
              <a:t> sang node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rPr dirty="0"/>
              <a:t> Bảo </a:t>
            </a:r>
            <a:r>
              <a:rPr dirty="0" err="1"/>
              <a:t>mật</a:t>
            </a:r>
            <a:r>
              <a:rPr dirty="0"/>
              <a:t>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đa</a:t>
            </a:r>
            <a:r>
              <a:rPr dirty="0"/>
              <a:t>: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gửi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ra</a:t>
            </a:r>
            <a:r>
              <a:rPr dirty="0"/>
              <a:t> </a:t>
            </a:r>
            <a:r>
              <a:rPr dirty="0" err="1"/>
              <a:t>ngoài</a:t>
            </a:r>
            <a:r>
              <a:rPr dirty="0"/>
              <a:t>, </a:t>
            </a:r>
            <a:r>
              <a:rPr dirty="0" err="1"/>
              <a:t>siêu</a:t>
            </a:r>
            <a:r>
              <a:rPr dirty="0"/>
              <a:t> </a:t>
            </a:r>
            <a:r>
              <a:rPr dirty="0" err="1"/>
              <a:t>tiết</a:t>
            </a:r>
            <a:r>
              <a:rPr dirty="0"/>
              <a:t> </a:t>
            </a:r>
            <a:r>
              <a:rPr dirty="0" err="1"/>
              <a:t>kiệm</a:t>
            </a:r>
            <a:r>
              <a:rPr dirty="0"/>
              <a:t> pin.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32120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5778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&lt; 0.5s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Tốc độ phản hồi tức thời ngay trên máy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532120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55778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rPr dirty="0"/>
              <a:t>0 MB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dirty="0"/>
              <a:t>Hoàn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Internet / Wi-Fi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532120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55778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rPr dirty="0"/>
              <a:t>VÔ HẠN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dirty="0" err="1"/>
              <a:t>Khả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nghìn</a:t>
            </a:r>
            <a:r>
              <a:rPr dirty="0"/>
              <a:t> </a:t>
            </a:r>
            <a:r>
              <a:rPr dirty="0" err="1"/>
              <a:t>người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DEMO_MO_PHONG_WIFI_EVAC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8206"/>
            <a:ext cx="12192000" cy="68662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254</Words>
  <Application>Microsoft Office PowerPoint</Application>
  <PresentationFormat>Widescreen</PresentationFormat>
  <Paragraphs>24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OogWay Master</dc:creator>
  <cp:keywords/>
  <dc:description>generated using python-pptx</dc:description>
  <cp:lastModifiedBy>OogWay Master</cp:lastModifiedBy>
  <cp:revision>2</cp:revision>
  <dcterms:created xsi:type="dcterms:W3CDTF">2013-01-27T09:14:16Z</dcterms:created>
  <dcterms:modified xsi:type="dcterms:W3CDTF">2026-10-18T05:57:43Z</dcterms:modified>
  <cp:category/>
</cp:coreProperties>
</file>